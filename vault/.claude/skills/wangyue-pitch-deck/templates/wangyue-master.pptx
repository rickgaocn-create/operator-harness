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1828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200" b="1">
                <a:solidFill>
                  <a:srgbClr val="FFD800"/>
                </a:solidFill>
                <a:latin typeface="方正VDL LOGO黑 简 SemiBold"/>
              </a:rPr>
              <a:t>[COVER · 主标题]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97280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玄度"/>
              </a:rPr>
              <a:t>[副标 / 项目代号 / 日期]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D800"/>
                </a:solidFill>
                <a:latin typeface="Barlow SemiBold"/>
              </a:rPr>
              <a:t>ONE / UNITY / RISK EVERYTHING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4114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Barlow SemiBold"/>
              </a:rPr>
              <a:t>ONE / UNITY / RISK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058400" cy="6400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方正VDL LOGO黑 简 SemiBold"/>
              </a:rPr>
              <a:t>数据 - [SECTION]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27048"/>
            <a:ext cx="4590288" cy="192024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03120"/>
            <a:ext cx="5486400" cy="1371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7200" b="1">
                <a:solidFill>
                  <a:srgbClr val="FFD800"/>
                </a:solidFill>
                <a:latin typeface="方正VDL LOGO黑 简 SemiBold"/>
              </a:rPr>
              <a:t>[600 万]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66160"/>
            <a:ext cx="54864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玄度"/>
              </a:rPr>
              <a:t>[副数据描述]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578608"/>
            <a:ext cx="3602736" cy="192024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2167128"/>
            <a:ext cx="457200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玄度"/>
              </a:rPr>
              <a:t>[BREAKDOWN 1: 平台 / 数字]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4050791"/>
            <a:ext cx="3602736" cy="192024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3639311"/>
            <a:ext cx="457200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玄度"/>
              </a:rPr>
              <a:t>[BREAKDOWN 2: 平台 / 数字]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5422392"/>
            <a:ext cx="3602736" cy="192024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5010912"/>
            <a:ext cx="4572000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玄度"/>
              </a:rPr>
              <a:t>[BREAKDOWN 3: 平台 / 数字]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4114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Barlow SemiBold"/>
              </a:rPr>
              <a:t>ONE / UNITY / RISK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058400" cy="6400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方正VDL LOGO黑 简 SemiBold"/>
              </a:rPr>
              <a:t>里程碑 - [时间范围]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27048"/>
            <a:ext cx="4590288" cy="192024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468880"/>
            <a:ext cx="137160" cy="137160"/>
          </a:xfrm>
          <a:prstGeom prst="ellipse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54296" y="2468880"/>
            <a:ext cx="137160" cy="137160"/>
          </a:xfrm>
          <a:prstGeom prst="ellipse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35824" y="2468880"/>
            <a:ext cx="137160" cy="137160"/>
          </a:xfrm>
          <a:prstGeom prst="ellipse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61904" y="2468880"/>
            <a:ext cx="137160" cy="137160"/>
          </a:xfrm>
          <a:prstGeom prst="ellipse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532888"/>
            <a:ext cx="9601200" cy="18288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743200"/>
            <a:ext cx="18288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D800"/>
                </a:solidFill>
                <a:latin typeface="Barlow SemiBold"/>
              </a:rPr>
              <a:t>[时段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37160" y="3291840"/>
            <a:ext cx="27432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方正VDL LOGO黑 简 SemiBold"/>
              </a:rPr>
              <a:t>[事件 1 标题]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37160" y="3931920"/>
            <a:ext cx="2743200" cy="1828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玄度"/>
              </a:rPr>
              <a:t>[事件 1 描述 12-30 字]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4216" y="2743200"/>
            <a:ext cx="18288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D800"/>
                </a:solidFill>
                <a:latin typeface="Barlow SemiBold"/>
              </a:rPr>
              <a:t>[时段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3291840"/>
            <a:ext cx="27432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方正VDL LOGO黑 简 SemiBold"/>
              </a:rPr>
              <a:t>[事件 2 标题]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3931920"/>
            <a:ext cx="2743200" cy="1828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玄度"/>
              </a:rPr>
              <a:t>[事件 2 描述 12-30 字]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5744" y="2743200"/>
            <a:ext cx="18288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D800"/>
                </a:solidFill>
                <a:latin typeface="Barlow SemiBold"/>
              </a:rPr>
              <a:t>[时段 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3291840"/>
            <a:ext cx="27432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方正VDL LOGO黑 简 SemiBold"/>
              </a:rPr>
              <a:t>[事件 3 标题]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931920"/>
            <a:ext cx="2743200" cy="1828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玄度"/>
              </a:rPr>
              <a:t>[事件 3 描述 12-30 字]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21824" y="2743200"/>
            <a:ext cx="18288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D800"/>
                </a:solidFill>
                <a:latin typeface="Barlow SemiBold"/>
              </a:rPr>
              <a:t>[时段 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4624" y="3291840"/>
            <a:ext cx="27432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方正VDL LOGO黑 简 SemiBold"/>
              </a:rPr>
              <a:t>[事件 4 标题]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3931920"/>
            <a:ext cx="2743200" cy="1828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玄度"/>
              </a:rPr>
              <a:t>[事件 4 描述 12-30 字]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4114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Barlow SemiBold"/>
              </a:rPr>
              <a:t>ONE / UNITY / RISK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058400" cy="6400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方正VDL LOGO黑 简 SemiBold"/>
              </a:rPr>
              <a:t>[SECTION] - 核心卖点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27048"/>
            <a:ext cx="4590288" cy="192024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7864" y="1810512"/>
            <a:ext cx="4709160" cy="3447288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97864" y="2743200"/>
            <a:ext cx="4709160" cy="1371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方正VDL LOGO黑 简 SemiBold"/>
              </a:rPr>
              <a:t>[HERO_TITLE
例如: 中式写实都市]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502920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玄度"/>
              </a:rPr>
              <a:t>[副标 / 子主题]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4114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Barlow SemiBold"/>
              </a:rPr>
              <a:t>ONE / UNITY / RISK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058400" cy="6400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方正VDL LOGO黑 简 SemiBold"/>
              </a:rPr>
              <a:t>[节] - [副标]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27048"/>
            <a:ext cx="4590288" cy="192024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103120"/>
            <a:ext cx="6858000" cy="438912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023360"/>
            <a:ext cx="68580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606080"/>
                </a:solidFill>
                <a:latin typeface="玄度"/>
              </a:rPr>
              <a:t>[REPLACE: 主图]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103120"/>
            <a:ext cx="1453896" cy="356616"/>
          </a:xfrm>
          <a:prstGeom prst="rect">
            <a:avLst/>
          </a:prstGeom>
          <a:solidFill>
            <a:srgbClr val="004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139696"/>
            <a:ext cx="1453896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玄度"/>
              </a:rPr>
              <a:t>[标签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103120"/>
            <a:ext cx="2468880" cy="9144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玄度"/>
              </a:rPr>
              <a:t>[Caption 1 注解 1-2 行]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383280"/>
            <a:ext cx="1453896" cy="356616"/>
          </a:xfrm>
          <a:prstGeom prst="rect">
            <a:avLst/>
          </a:prstGeom>
          <a:solidFill>
            <a:srgbClr val="004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419856"/>
            <a:ext cx="1453896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玄度"/>
              </a:rPr>
              <a:t>[标签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383280"/>
            <a:ext cx="2468880" cy="9144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玄度"/>
              </a:rPr>
              <a:t>[Caption 2 注解 1-2 行]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663440"/>
            <a:ext cx="1453896" cy="356616"/>
          </a:xfrm>
          <a:prstGeom prst="rect">
            <a:avLst/>
          </a:prstGeom>
          <a:solidFill>
            <a:srgbClr val="004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700016"/>
            <a:ext cx="1453896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玄度"/>
              </a:rPr>
              <a:t>[标签 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663440"/>
            <a:ext cx="2468880" cy="9144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玄度"/>
              </a:rPr>
              <a:t>[Caption 3 注解 1-2 行]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4114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Barlow SemiBold"/>
              </a:rPr>
              <a:t>ONE / UNITY / RISK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058400" cy="6400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方正VDL LOGO黑 简 SemiBold"/>
              </a:rPr>
              <a:t>[节] - [对比主题]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27048"/>
            <a:ext cx="4590288" cy="192024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103120"/>
            <a:ext cx="5212080" cy="411480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03120"/>
            <a:ext cx="521208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D800"/>
                </a:solidFill>
                <a:latin typeface="方正VDL LOGO黑 简 SemiBold"/>
              </a:rPr>
              <a:t>[LABEL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57600"/>
            <a:ext cx="521208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606080"/>
                </a:solidFill>
                <a:latin typeface="玄度"/>
              </a:rPr>
              <a:t>[REPLACE: 图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486400"/>
            <a:ext cx="521208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玄度"/>
              </a:rPr>
              <a:t>[描述 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2103120"/>
            <a:ext cx="5212080" cy="411480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103120"/>
            <a:ext cx="521208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D800"/>
                </a:solidFill>
                <a:latin typeface="方正VDL LOGO黑 简 SemiBold"/>
              </a:rPr>
              <a:t>[LABEL 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3657600"/>
            <a:ext cx="521208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606080"/>
                </a:solidFill>
                <a:latin typeface="玄度"/>
              </a:rPr>
              <a:t>[REPLACE: 图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5486400"/>
            <a:ext cx="521208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玄度"/>
              </a:rPr>
              <a:t>[描述 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4114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Barlow SemiBold"/>
              </a:rPr>
              <a:t>ONE / UNITY / RISK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058400" cy="6400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方正VDL LOGO黑 简 SemiBold"/>
              </a:rPr>
              <a:t>[节] - 多 feature 并列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27048"/>
            <a:ext cx="4590288" cy="192024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2688336"/>
            <a:ext cx="3209544" cy="3694176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4023360"/>
            <a:ext cx="3209544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06080"/>
                </a:solidFill>
                <a:latin typeface="玄度"/>
              </a:rPr>
              <a:t>[REPLACE: 图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6263640"/>
            <a:ext cx="2450592" cy="128016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446520"/>
            <a:ext cx="3209544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方正VDL LOGO黑 简 SemiBold"/>
              </a:rPr>
              <a:t>[Feature 1 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8848" y="2688336"/>
            <a:ext cx="3209544" cy="3694176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4023360"/>
            <a:ext cx="3209544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06080"/>
                </a:solidFill>
                <a:latin typeface="玄度"/>
              </a:rPr>
              <a:t>[REPLACE: 图 2]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3752" y="6263640"/>
            <a:ext cx="2450592" cy="128016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6446520"/>
            <a:ext cx="3209544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方正VDL LOGO黑 简 SemiBold"/>
              </a:rPr>
              <a:t>[Feature 2 名]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2688336"/>
            <a:ext cx="3209544" cy="3694176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023360"/>
            <a:ext cx="3209544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06080"/>
                </a:solidFill>
                <a:latin typeface="玄度"/>
              </a:rPr>
              <a:t>[REPLACE: 图 3]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41664" y="6263640"/>
            <a:ext cx="2450592" cy="128016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6446520"/>
            <a:ext cx="3209544" cy="3657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方正VDL LOGO黑 简 SemiBold"/>
              </a:rPr>
              <a:t>[Feature 3 名]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4114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Barlow SemiBold"/>
              </a:rPr>
              <a:t>ONE / UNITY / RISK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058400" cy="6400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方正VDL LOGO黑 简 SemiBold"/>
              </a:rPr>
              <a:t>发行节点 - [事件名]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" y="1490472"/>
            <a:ext cx="4590288" cy="192024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" y="2103120"/>
            <a:ext cx="548640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玄度"/>
              </a:rPr>
              <a:t>[事件简介 / 场地 / 时间]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" y="2743200"/>
            <a:ext cx="548640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D800"/>
                </a:solidFill>
                <a:latin typeface="方正VDL LOGO黑 简 SemiBold"/>
              </a:rPr>
              <a:t>首次 [动作] —— 整体花费超 [X]W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" y="5422392"/>
            <a:ext cx="5248656" cy="256032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5413248"/>
            <a:ext cx="512064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方正VDL LOGO黑 简 SemiBold"/>
              </a:rPr>
              <a:t>[嘉宾阵容 / 联动合作]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41848" y="3995928"/>
            <a:ext cx="2999232" cy="292608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3995928"/>
            <a:ext cx="292608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方正VDL LOGO黑 简 SemiBold"/>
              </a:rPr>
              <a:t>[联动 / 嘉宾 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41848" y="6236208"/>
            <a:ext cx="2999232" cy="292608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6236208"/>
            <a:ext cx="2926080" cy="292608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方正VDL LOGO黑 简 SemiBold"/>
              </a:rPr>
              <a:t>[联动 / 嘉宾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5212080" cy="1828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606080"/>
                </a:solidFill>
                <a:latin typeface="玄度"/>
              </a:rPr>
              <a:t>[REPLACE: 现场图 / coser / KV]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828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5400" b="1">
                <a:solidFill>
                  <a:srgbClr val="FFD800"/>
                </a:solidFill>
                <a:latin typeface="方正VDL LOGO黑 简 SemiBold"/>
              </a:rPr>
              <a:t>[致谢 / 联系方式 / 项目联系人]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rlow SemiBold"/>
              </a:rPr>
              <a:t>ONE / UNITY / RISK EVERYTHING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